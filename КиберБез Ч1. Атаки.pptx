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2c108038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2c108038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2c108038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2c108038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2c108038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2c108038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2c108038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2c108038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2c10803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2c10803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c108038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2c108038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2c108038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2c108038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2c108038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2c108038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2c10803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2c10803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2c108038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2c108038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2c108038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2c108038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2c108038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2c108038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2c108038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2c108038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hyperlink" Target="http://www.three-edu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8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8.gif"/><Relationship Id="rId6" Type="http://schemas.openxmlformats.org/officeDocument/2006/relationships/image" Target="../media/image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gif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conceptual slide with a &quot;Y2K Retro-Futurism&quot; aesthetic. Include 3D abstract chrome shapes and holographic stickers. The font should be Archivo Bold (for that trendy 90s magazine look) combined with a monospaced font like Space Mono. Use a palette of &quot;Cyber Lime&quot; (#DFFF00) and &quot;Hot Pink&quot; (#FF0099) against a white background. Nostalgic yet futuristic, chrome and holography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789585" y="42494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&lt;Three/Edu&gt;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8325" y="1200909"/>
            <a:ext cx="2031425" cy="203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2425" y="1191000"/>
            <a:ext cx="2071050" cy="207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4"/>
          <p:cNvCxnSpPr>
            <a:stCxn id="61" idx="3"/>
            <a:endCxn id="60" idx="1"/>
          </p:cNvCxnSpPr>
          <p:nvPr/>
        </p:nvCxnSpPr>
        <p:spPr>
          <a:xfrm flipH="1" rot="10800000">
            <a:off x="5413475" y="2216625"/>
            <a:ext cx="10047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" name="Google Shape;63;p14" title="trabajando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100" y="1274025"/>
            <a:ext cx="1905000" cy="190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4"/>
          <p:cNvCxnSpPr>
            <a:stCxn id="63" idx="3"/>
            <a:endCxn id="61" idx="1"/>
          </p:cNvCxnSpPr>
          <p:nvPr/>
        </p:nvCxnSpPr>
        <p:spPr>
          <a:xfrm>
            <a:off x="2393100" y="2226525"/>
            <a:ext cx="94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работает сеть?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8325" y="1200909"/>
            <a:ext cx="2031425" cy="203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2425" y="1191000"/>
            <a:ext cx="2071050" cy="207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5"/>
          <p:cNvCxnSpPr>
            <a:stCxn id="71" idx="3"/>
            <a:endCxn id="70" idx="1"/>
          </p:cNvCxnSpPr>
          <p:nvPr/>
        </p:nvCxnSpPr>
        <p:spPr>
          <a:xfrm flipH="1" rot="10800000">
            <a:off x="5413475" y="2216625"/>
            <a:ext cx="10047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5" title="trabajando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100" y="1274025"/>
            <a:ext cx="1905000" cy="190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5"/>
          <p:cNvCxnSpPr>
            <a:stCxn id="73" idx="3"/>
            <a:endCxn id="71" idx="1"/>
          </p:cNvCxnSpPr>
          <p:nvPr/>
        </p:nvCxnSpPr>
        <p:spPr>
          <a:xfrm>
            <a:off x="2393100" y="2226525"/>
            <a:ext cx="94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" name="Google Shape;75;p15" title="attack-by-monkey-kick-1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6">
            <a:off x="3077352" y="3333234"/>
            <a:ext cx="1690325" cy="16903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5"/>
          <p:cNvCxnSpPr>
            <a:stCxn id="75" idx="1"/>
            <a:endCxn id="73" idx="2"/>
          </p:cNvCxnSpPr>
          <p:nvPr/>
        </p:nvCxnSpPr>
        <p:spPr>
          <a:xfrm rot="10800000">
            <a:off x="1440552" y="3179109"/>
            <a:ext cx="1636800" cy="999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5" idx="0"/>
          </p:cNvCxnSpPr>
          <p:nvPr/>
        </p:nvCxnSpPr>
        <p:spPr>
          <a:xfrm flipH="1" rot="10800000">
            <a:off x="3922515" y="2925534"/>
            <a:ext cx="210000" cy="4077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5"/>
          <p:cNvCxnSpPr>
            <a:stCxn id="75" idx="3"/>
            <a:endCxn id="70" idx="2"/>
          </p:cNvCxnSpPr>
          <p:nvPr/>
        </p:nvCxnSpPr>
        <p:spPr>
          <a:xfrm flipH="1" rot="10800000">
            <a:off x="4767677" y="3232196"/>
            <a:ext cx="2666400" cy="9462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атакуют сеть?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Триада КЦД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Конфиденциальность - скрытно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Целостность - не изменяемо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Доступность - доступно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нарушается Триада КЦД?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Кибератаки:</a:t>
            </a:r>
            <a:endParaRPr/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phishing</a:t>
            </a:r>
            <a:endParaRPr sz="1600"/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brute force</a:t>
            </a:r>
            <a:endParaRPr sz="1600"/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SQL injection</a:t>
            </a:r>
            <a:endParaRPr sz="1600"/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XSS</a:t>
            </a:r>
            <a:endParaRPr sz="1600"/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MITM (man-in-the-middle)</a:t>
            </a:r>
            <a:endParaRPr sz="1600"/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DOS/DDOS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Идиоты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Инсайдеры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Phising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Фишинг - атака на мамонтов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000" y="1222538"/>
            <a:ext cx="2698425" cy="26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Brute force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Тупо и грубо подбираем пароли</a:t>
            </a:r>
            <a:endParaRPr/>
          </a:p>
        </p:txBody>
      </p:sp>
      <p:pic>
        <p:nvPicPr>
          <p:cNvPr id="105" name="Google Shape;105;p19" title="hacker-typin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925" y="1155700"/>
            <a:ext cx="4180374" cy="23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Injections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Запускаем SQL код через </a:t>
            </a:r>
            <a:r>
              <a:rPr lang="en"/>
              <a:t>уязвимость</a:t>
            </a:r>
            <a:r>
              <a:rPr lang="en"/>
              <a:t> в приложении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Таким образом получаем доступ к базе данных</a:t>
            </a:r>
            <a:endParaRPr/>
          </a:p>
        </p:txBody>
      </p:sp>
      <p:pic>
        <p:nvPicPr>
          <p:cNvPr id="112" name="Google Shape;112;p20" title="mimibubu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563" y="1152475"/>
            <a:ext cx="275272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XSS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злоумышленник внедряет вредоносный JavaScript-код</a:t>
            </a:r>
            <a:endParaRPr/>
          </a:p>
        </p:txBody>
      </p:sp>
      <p:pic>
        <p:nvPicPr>
          <p:cNvPr id="119" name="Google Shape;119;p21" title="khacker-on-pay-loa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8500" y="2092650"/>
            <a:ext cx="4670574" cy="26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 In The Middle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Третий лишний - крадёт данные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Стоит “</a:t>
            </a:r>
            <a:r>
              <a:rPr lang="en"/>
              <a:t>посередине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 title="cats-tongu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49" y="2310000"/>
            <a:ext cx="1587700" cy="20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322" y="620870"/>
            <a:ext cx="3603483" cy="367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DOS/DDOS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На отдельной презентации</a:t>
            </a:r>
            <a:endParaRPr/>
          </a:p>
        </p:txBody>
      </p:sp>
      <p:pic>
        <p:nvPicPr>
          <p:cNvPr id="134" name="Google Shape;134;p23" title="otw-omw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925" y="1789213"/>
            <a:ext cx="356235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Идиоты?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Сливают данные, но случайно</a:t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8663" y="445013"/>
            <a:ext cx="2333625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Инсайдеры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Сливают данные, но специально</a:t>
            </a:r>
            <a:endParaRPr/>
          </a:p>
        </p:txBody>
      </p:sp>
      <p:pic>
        <p:nvPicPr>
          <p:cNvPr id="148" name="Google Shape;148;p25" title="backstab-betray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675" y="34175"/>
            <a:ext cx="474345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